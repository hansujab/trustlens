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TRUSTLENS  •  SOLANA TRANSACTION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22145"/>
                </a:solidFill>
                <a:latin typeface="Georgia"/>
              </a:defRPr>
            </a:pPr>
            <a:r>
              <a:t>Understand what happened.</a:t>
            </a:r>
            <a:br/>
            <a:r>
              <a:t>Inspect what you authorize.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2200" b="0">
                <a:solidFill>
                  <a:srgbClr val="122145"/>
                </a:solidFill>
                <a:latin typeface="Arial"/>
              </a:defRPr>
            </a:pPr>
            <a:r>
              <a:t>Plain-English explanations of any Solana transaction — with sources, limits stated.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200" b="1">
                <a:solidFill>
                  <a:srgbClr val="122145"/>
                </a:solidFill>
                <a:latin typeface="Arial"/>
              </a:defRPr>
            </a:pPr>
            <a:r>
              <a:t>Read-only. No signing. No broadcasting.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01  •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You approved it. But what did it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You just approved something in your wallet — what did it actually do?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Here is your transaction hash. Can you read it, or did you just trust the app?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Someone sends a can't-miss opportunity on-chain — can you verify a word of it?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Blind signing is where most of the money gets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02  • 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TrustLens translates gibberish into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What moved, who paid the fee, which programs ran — in plain English.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Review an unsigned transaction BEFORE you sign: simulated, never broadcast.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Every claim carries its source; every limit is stated out loud.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One click publishes a shareable, dated, cited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03  •  WHO IS IT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Built for the confused — and those who explain.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Everyday wallet users facing a confusing approval screen.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dApp users reviewing permissions before returning to their wallet.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Support agents &amp; educators who explain on-chain events to everyone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04  •  HOW IT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Blind signing → informed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Before signing: decoded permissions, simulation result, intent mismatch checks.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After execution: headline, step-by-step effects, exact raw amounts, unknowns kept visible.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Disputes: share link with evidence instead of arguing about what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05  •  HOW ANALYSIS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RPC facts → rules → outside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Validate (base58/64B) → Retrieve via getTransaction, lossless integers → Decode known instructions; unknowns stay Unknown.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Normalize fee, balance deltas, programs, coverage → Deterministic findings (closures, approvals, mismatches).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TinyFish research per unusual identifier → Templated explanation assembled from facts — no invented transfers.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Optional: Jupiter 2-token historical comparison (±5 min sample) or honest unsupported/unavailable.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06  •  TINYFISH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Outside claims, correlated — never trusted blindly.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Search exact mint/program on curated domains → Fetch ≤3 pages → record URL, title, time, excerpt, match status.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Snippets are leads, never evidence; self-published claims labeled as such.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Cached per identifier (~1 hr). Chain report completes even if research fails.</a:t>
            </a:r>
          </a:p>
          <a:p>
            <a:pPr>
              <a:spcAft>
                <a:spcPts val="800"/>
              </a:spcAft>
              <a:defRPr sz="1800">
                <a:solidFill>
                  <a:srgbClr val="122145"/>
                </a:solidFill>
                <a:latin typeface="Arial"/>
              </a:defRPr>
            </a:pPr>
            <a:r>
              <a:t>•  Does NOT: certify ownership, declare safe/scam, touch chain facts, access wallets.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07  •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Swapped 2.4 SOL for 312.86 USDC via Jupiter.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122145"/>
                </a:solidFill>
                <a:latin typeface="Arial"/>
              </a:defRPr>
            </a:pPr>
            <a:r>
              <a:t>Paste (mode = transaction, cluster = mainnet-beta):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0">
                <a:solidFill>
                  <a:srgbClr val="122145"/>
                </a:solidFill>
                <a:latin typeface="Arial"/>
              </a:defRPr>
            </a:pPr>
            <a:r>
              <a:t>5nP5QNB2W7butQry6BjutpcQap35rAuvbKKs41mjnqBQt3H9iqMYr9Q4zJHDNPUgGFZXngFe1P3cG5aChDik23FP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0">
                <a:solidFill>
                  <a:srgbClr val="122145"/>
                </a:solidFill>
                <a:latin typeface="Arial"/>
              </a:defRPr>
            </a:pPr>
            <a:r>
              <a:t>http://127.0.0.1:5173/?demo=1  →  headline, movements, fee, findings, evidence, −0.34% estimate, video, share 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5ED8"/>
                </a:solidFill>
                <a:latin typeface="Arial"/>
              </a:defRPr>
            </a:pPr>
            <a:r>
              <a:t>08  •  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145"/>
                </a:solidFill>
                <a:latin typeface="Georgia"/>
              </a:defRPr>
            </a:pPr>
            <a:r>
              <a:t>A review tool — not a scam detector.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Unknown instructions stay unknown. Null RPC = not found at provider, not nonexistent.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No audit, no investment advice, no safety certification. USD values are estimates.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Demo branch uses scripted fixtures, labeled CONCEPT PREVIEW throughout.</a:t>
            </a:r>
          </a:p>
          <a:p>
            <a:pPr>
              <a:spcAft>
                <a:spcPts val="800"/>
              </a:spcAft>
              <a:defRPr sz="2000">
                <a:solidFill>
                  <a:srgbClr val="122145"/>
                </a:solidFill>
                <a:latin typeface="Arial"/>
              </a:defRPr>
            </a:pPr>
            <a:r>
              <a:t>•  Next: retention worker, rate limiting, backups, archival RPC, Postgres migration.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982"/>
                </a:solidFill>
                <a:latin typeface="Arial"/>
              </a:defRPr>
            </a:pPr>
            <a:r>
              <a:t>TrustLens  •  Concept preview  •  Fixture data on demo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